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61" r:id="rId4"/>
    <p:sldId id="314" r:id="rId5"/>
    <p:sldId id="322" r:id="rId6"/>
    <p:sldId id="323" r:id="rId7"/>
    <p:sldId id="266" r:id="rId8"/>
    <p:sldId id="341" r:id="rId9"/>
    <p:sldId id="342" r:id="rId10"/>
    <p:sldId id="343" r:id="rId11"/>
    <p:sldId id="344" r:id="rId12"/>
    <p:sldId id="345" r:id="rId13"/>
    <p:sldId id="346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6" d="100"/>
          <a:sy n="66" d="100"/>
        </p:scale>
        <p:origin x="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  <a:endParaRPr lang="en-IN" dirty="0"/>
          </a:p>
          <a:p>
            <a:r>
              <a:rPr lang="en-IN" dirty="0"/>
              <a:t>Do not change the Template: Heading / Title of the slides</a:t>
            </a:r>
            <a:endParaRPr lang="en-IN" dirty="0"/>
          </a:p>
          <a:p>
            <a:r>
              <a:rPr lang="en-IN" dirty="0"/>
              <a:t>Do not change font style or colours</a:t>
            </a:r>
            <a:endParaRPr lang="en-IN" dirty="0"/>
          </a:p>
          <a:p>
            <a:r>
              <a:rPr lang="en-IN" dirty="0"/>
              <a:t>Do not copy paste paragraphs: use only Bullet Points</a:t>
            </a:r>
            <a:endParaRPr lang="en-IN" dirty="0"/>
          </a:p>
          <a:p>
            <a:r>
              <a:rPr lang="en-IN" dirty="0"/>
              <a:t>Maximum slide Limit is 20 only</a:t>
            </a:r>
            <a:endParaRPr lang="en-IN" dirty="0"/>
          </a:p>
          <a:p>
            <a:r>
              <a:rPr lang="en-IN" dirty="0"/>
              <a:t>As per the number of supervisor allotted adopt slide-2 or slide-3</a:t>
            </a:r>
            <a:endParaRPr lang="en-IN" dirty="0"/>
          </a:p>
          <a:p>
            <a:r>
              <a:rPr lang="en-IN" dirty="0"/>
              <a:t>Please display the required meaningful Content or images or tables </a:t>
            </a:r>
            <a:endParaRPr lang="en-IN" dirty="0"/>
          </a:p>
          <a:p>
            <a:r>
              <a:rPr lang="en-IN" dirty="0"/>
              <a:t>Change the footer accordingly using insert tab then click on header &amp; footer tab and edit it</a:t>
            </a:r>
            <a:endParaRPr lang="en-IN" dirty="0"/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Shop Ease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495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Y.Akshaya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2520030577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 err="1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14</a:t>
            </a:r>
            <a:endParaRPr lang="en-US" sz="112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</a:fld>
            <a:endParaRPr lang="en-US"/>
          </a:p>
        </p:txBody>
      </p:sp>
      <p:pic>
        <p:nvPicPr>
          <p:cNvPr id="12" name="Picture 11" descr="A picture containing shap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/>
          <p:cNvSpPr txBox="1"/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  <a:endParaRPr lang="en-US" sz="8600" dirty="0"/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Name:NM Deepika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 dirty="0"/>
              <a:t>ShopEasy is a web-based E-Commerce platform that allows users to browse and purchase products online.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main objective of the system is to provide a simple, fast, and convenient online shopping experience for customers.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Users must first log in and create a profile with valid personal details before accessing the website.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platform displays a wide range of products with images, names, and prices for easy browsing.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Customers can search for products using the search bar to quickly find items.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system allows users to add products to a shopping cart and manage quantities.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Users can remove items from the cart and view the total price of selected products.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website includes a checkout system where customers enter delivery details and select a payment method.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80085" y="180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117475" lvl="1" indent="0" algn="just">
              <a:buNone/>
            </a:pPr>
            <a:r>
              <a:rPr lang="en-US" altLang="en-US" dirty="0"/>
              <a:t>In the existing system, customers often purchase products from different individual e-commerce websites.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Each website has its own separate platform and product listings.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Users need to visit multiple websites to compare products and prices.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The shopping process becomes time-consuming for customers.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Many platforms require separate accounts or logins for each website.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The cart system is limited to a single website, so products from other sites cannot be added to the same cart.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Customers must place separate orders on different platforms.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 dirty="0"/>
              <a:t>The proposed system is a web-based E-Commerce platform called ShopEasy.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It provides a single platform where users can browse and purchase various products online.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Users must log in and create a profile before accessing the shopping features.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system displays multiple products with images, names, and prices for easy selection.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Customers can search for products using the search bar to quickly find items.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platform allows users to add products to a shopping cart.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Users can update product quantities or remove items from the cart.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system automatically calculates the total price of the products in the cart.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000" dirty="0"/>
              <a:t>In this project, data is temporarily stored using JavaScript arrays.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System Flow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User opens the website in a browser.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User logs in and creates a profile.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The system displays available products.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User searches and adds products to the cart.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The cart calculates the total price.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User enters delivery details and selects a payment method.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The system generates an order ID and confirms the order.</a:t>
            </a:r>
            <a:endParaRPr lang="en-US" altLang="en-US" sz="1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4000" dirty="0"/>
              <a:t>Profile Management Module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Users must create a profile after login.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Collects details such as Full Name, Email, and Mobile Number.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Performs validation checks (gmail email format and 10-digit phone number).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Stores user information for displaying in the website.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Product Display Module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Displays a list of available products with images and prices.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Products are shown in card format for easy viewing.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Allows users to browse different products easily.</a:t>
            </a:r>
            <a:endParaRPr lang="en-US" altLang="en-US" sz="4000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 dirty="0"/>
              <a:t>To develop a web-based e-commerce platform for online product shopping.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provide a simple and user-friendly interface for customers.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allow users to log in and create a personal profile before shopping.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display different products with images, names, and prices for easy browsing.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enable users to search products quickly using a search feature.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allow customers to add products to a shopping cart.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provide options to update quantity or remove items from the cart.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automatically calculate the total price of items in the cart.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000" dirty="0"/>
              <a:t>CO1 – Internet Fundamentals, HTML &amp; Introductory CSS Styling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Attainment in Shop Ease Project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Understanding of internet fundamentals and web architecture while developing a web-based shopping platform.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Implementation of HTML document structure to organize webpages such as Home, Products, and Cart pages.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CO2 – HTML Forms, Semantic Tags &amp; Comprehensive CSS Layouts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Attainment in Shop Ease Project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Implementation of HTML forms for user login, registration, and order placement.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Use of different input types and validation attributes to ensure correct user input.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Application of semantic HTML tags for better structure and accessibility.</a:t>
            </a: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4000" dirty="0"/>
              <a:t>CO3 – JavaScript Programming Essentials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Attainment in Shop Ease Project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Use of JavaScript operators, conditions, and loops to control program flow.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Implementation of functions and arrow functions for reusable code.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Handling arrays and objects to store product information and user selections.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Use of array methods to manage product lists and cart items.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CO4 – JavaScript Interactivity &amp; DOM Manipulation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Attainment in Shop Ease Project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14" name="Content Placeholder 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9955" y="1195070"/>
            <a:ext cx="2758440" cy="215646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895" y="1266825"/>
            <a:ext cx="5666105" cy="32918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3170555"/>
            <a:ext cx="593471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Shop Ease provides a simple and efficient online shopping platform for users to browse and purchase products easily. </a:t>
            </a:r>
            <a:endParaRPr lang="zh-CN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project demonstrates the use of HTML, CSS, and JavaScript to develop an interactive and responsive web application. </a:t>
            </a:r>
            <a:endParaRPr lang="zh-CN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It allows users to view products, add items to the cart, and manage their shopping selections smoothly.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system improves user convenience and accessibility compared to traditional shopping methods.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Responsive design and styling techniques ensure the website works well on different devices. </a:t>
            </a:r>
            <a:endParaRPr lang="zh-CN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JavaScript and DOM manipulation enhance dynamic user interaction and real-time updates.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Overall, Shop Ease simplifies the online purchasing process and provides a better digital shopping experience.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GEO-TAG PHOTOS</a:t>
            </a:r>
            <a:endParaRPr lang="en-US" dirty="0"/>
          </a:p>
        </p:txBody>
      </p:sp>
      <p:pic>
        <p:nvPicPr>
          <p:cNvPr id="11" name="Content Placeholder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 rot="10800000" flipV="1">
            <a:off x="370205" y="1344295"/>
            <a:ext cx="4886960" cy="36753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35" y="1581785"/>
            <a:ext cx="4581525" cy="3742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  <a:endParaRPr lang="en-IN" sz="4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6713</Words>
  <Application>WPS Presentation</Application>
  <PresentationFormat>Widescreen</PresentationFormat>
  <Paragraphs>311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Google Sans</vt:lpstr>
      <vt:lpstr>Segoe Print</vt:lpstr>
      <vt:lpstr>Calibri</vt:lpstr>
      <vt:lpstr>Calibri Light</vt:lpstr>
      <vt:lpstr>Microsoft YaHei</vt:lpstr>
      <vt:lpstr>Arial Unicode MS</vt:lpstr>
      <vt:lpstr>等线</vt:lpstr>
      <vt:lpstr>Office Theme</vt:lpstr>
      <vt:lpstr>Custom Design</vt:lpstr>
      <vt:lpstr>INSTRUCTIONS</vt:lpstr>
      <vt:lpstr>Title: Design and Development of Responsive Restaurant Website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FWD</vt:lpstr>
      <vt:lpstr>Screenshots for FWD &amp; DSA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Swathi Kolla</cp:lastModifiedBy>
  <cp:revision>57</cp:revision>
  <dcterms:created xsi:type="dcterms:W3CDTF">2022-05-20T10:20:00Z</dcterms:created>
  <dcterms:modified xsi:type="dcterms:W3CDTF">2026-03-10T04:16:30Z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BDD6D62F4BBE43C5B765703B179002D1_13</vt:lpwstr>
  </property>
  <property fmtid="{D5CDD505-2E9C-101B-9397-08002B2CF9AE}" pid="3" name="KSOProductBuildVer">
    <vt:lpwstr>1033-12.2.0.23196</vt:lpwstr>
  </property>
</Properties>
</file>